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4" d="100"/>
          <a:sy n="64" d="100"/>
        </p:scale>
        <p:origin x="84" y="23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45542" y="3210745"/>
            <a:ext cx="5250458" cy="861497"/>
          </a:xfrm>
        </p:spPr>
        <p:txBody>
          <a:bodyPr vert="horz" lIns="91440" tIns="45720" rIns="91440" bIns="45720" rtlCol="0" anchor="t">
            <a:normAutofit/>
          </a:bodyPr>
          <a:lstStyle/>
          <a:p>
            <a:r>
              <a:rPr lang="en-US" sz="1600" b="0" dirty="0">
                <a:solidFill>
                  <a:schemeClr val="tx1"/>
                </a:solidFill>
              </a:rPr>
              <a:t>DHANALAKSHMI K –</a:t>
            </a:r>
            <a:r>
              <a:rPr lang="en-US" sz="1600" b="0" dirty="0" err="1">
                <a:solidFill>
                  <a:schemeClr val="tx1"/>
                </a:solidFill>
              </a:rPr>
              <a:t>Solamalai</a:t>
            </a:r>
            <a:r>
              <a:rPr lang="en-US" sz="1600" b="0" dirty="0">
                <a:solidFill>
                  <a:schemeClr val="tx1"/>
                </a:solidFill>
              </a:rPr>
              <a:t> college of engineering AICTE student </a:t>
            </a:r>
            <a:r>
              <a:rPr lang="en-IN" sz="1600" b="0" dirty="0">
                <a:solidFill>
                  <a:schemeClr val="tx1">
                    <a:lumMod val="95000"/>
                    <a:lumOff val="5000"/>
                  </a:schemeClr>
                </a:solidFill>
              </a:rPr>
              <a:t>ID: STU6a6b16a6214451785403046</a:t>
            </a:r>
            <a:endParaRPr lang="en-US" sz="1600" b="0" dirty="0">
              <a:solidFill>
                <a:schemeClr val="tx1">
                  <a:lumMod val="95000"/>
                  <a:lumOff val="5000"/>
                </a:schemeClr>
              </a:solidFill>
            </a:endParaRPr>
          </a:p>
          <a:p>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83769" y="1963069"/>
            <a:ext cx="6752451" cy="1169013"/>
          </a:xfrm>
        </p:spPr>
        <p:txBody>
          <a:bodyPr>
            <a:normAutofit/>
          </a:bodyPr>
          <a:lstStyle/>
          <a:p>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776373" cy="6052787"/>
          </a:xfrm>
        </p:spPr>
        <p:txBody>
          <a:bodyPr>
            <a:normAutofit/>
          </a:bodyPr>
          <a:lstStyle/>
          <a:p>
            <a:pPr>
              <a:lnSpc>
                <a:spcPct val="150000"/>
              </a:lnSpc>
              <a:spcBef>
                <a:spcPts val="1200"/>
              </a:spcBef>
            </a:pPr>
            <a:r>
              <a:rPr lang="en-GB" dirty="0"/>
              <a:t>Project Description</a:t>
            </a:r>
            <a:br>
              <a:rPr lang="en-GB" dirty="0"/>
            </a:br>
            <a:r>
              <a:rPr lang="en-US" sz="2000" b="0" dirty="0"/>
              <a:t>A Python-based data analysis tool that processes a seasonal agriculture dataset</a:t>
            </a:r>
            <a:br>
              <a:rPr lang="en-US" sz="2000" b="0" dirty="0"/>
            </a:br>
            <a:r>
              <a:rPr lang="en-US" sz="2000" b="0" dirty="0"/>
              <a:t>(4,000 farm records, 28 attributes across 8 states, 8 crops, 3 seasons) to study</a:t>
            </a:r>
            <a:br>
              <a:rPr lang="en-US" sz="2000" b="0" dirty="0"/>
            </a:br>
            <a:r>
              <a:rPr lang="en-US" sz="2000" b="0" dirty="0"/>
              <a:t>seasonal performance trends. It performs data cleaning (missing-value imputation,</a:t>
            </a:r>
            <a:br>
              <a:rPr lang="en-US" sz="2000" b="0" dirty="0"/>
            </a:br>
            <a:r>
              <a:rPr lang="en-US" sz="2000" b="0" dirty="0"/>
              <a:t>outlier checks) and feature engineering (cost/profit per hectare, profit margin),</a:t>
            </a:r>
            <a:br>
              <a:rPr lang="en-US" sz="2000" b="0" dirty="0"/>
            </a:br>
            <a:r>
              <a:rPr lang="en-US" sz="2000" b="0" dirty="0"/>
              <a:t>generates statistical tests (ANOVA) and 10+ visualizations covering yield,</a:t>
            </a:r>
            <a:br>
              <a:rPr lang="en-US" sz="2000" b="0" dirty="0"/>
            </a:br>
            <a:r>
              <a:rPr lang="en-US" sz="2000" b="0" dirty="0"/>
              <a:t>profitability, resource usage, irrigation methods, and correlations between</a:t>
            </a:r>
            <a:br>
              <a:rPr lang="en-US" sz="2000" b="0" dirty="0"/>
            </a:br>
            <a:r>
              <a:rPr lang="en-US" sz="2000" b="0" dirty="0"/>
              <a:t>environmental conditions and outcomes.</a:t>
            </a:r>
            <a:br>
              <a:rPr lang="en-GB" sz="2000" b="0" dirty="0"/>
            </a:br>
            <a:br>
              <a:rPr lang="en-GB"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7500" lnSpcReduction="20000"/>
          </a:bodyPr>
          <a:lstStyle/>
          <a:p>
            <a:pPr algn="just">
              <a:lnSpc>
                <a:spcPct val="150000"/>
              </a:lnSpc>
            </a:pPr>
            <a:r>
              <a:rPr lang="en-US" sz="3600" dirty="0"/>
              <a:t>Farmers deciding which crops or irrigation methods suit each season</a:t>
            </a:r>
          </a:p>
          <a:p>
            <a:pPr algn="just">
              <a:lnSpc>
                <a:spcPct val="150000"/>
              </a:lnSpc>
            </a:pPr>
            <a:r>
              <a:rPr lang="en-US" sz="3600" dirty="0"/>
              <a:t>Agricultural planners and policymakers allocating seasonal resources</a:t>
            </a:r>
          </a:p>
          <a:p>
            <a:pPr algn="just">
              <a:lnSpc>
                <a:spcPct val="150000"/>
              </a:lnSpc>
            </a:pPr>
            <a:r>
              <a:rPr lang="en-US" sz="3600" dirty="0"/>
              <a:t>Students and analysts learning exploratory data analysis (EDA) on real-world </a:t>
            </a:r>
            <a:r>
              <a:rPr lang="en-US" sz="3600" dirty="0" err="1"/>
              <a:t>agri</a:t>
            </a:r>
            <a:r>
              <a:rPr lang="en-US" sz="3600" dirty="0"/>
              <a:t> data</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3</a:t>
            </a:r>
          </a:p>
          <a:p>
            <a:pPr lvl="1">
              <a:lnSpc>
                <a:spcPct val="150000"/>
              </a:lnSpc>
            </a:pPr>
            <a:r>
              <a:rPr lang="en-IN" dirty="0"/>
              <a:t>pandas, </a:t>
            </a:r>
            <a:r>
              <a:rPr lang="en-IN" dirty="0" err="1"/>
              <a:t>NumPy</a:t>
            </a:r>
            <a:r>
              <a:rPr lang="en-IN" dirty="0"/>
              <a:t> — data cleaning &amp; analysis</a:t>
            </a:r>
          </a:p>
          <a:p>
            <a:pPr lvl="1">
              <a:lnSpc>
                <a:spcPct val="150000"/>
              </a:lnSpc>
            </a:pPr>
            <a:r>
              <a:rPr lang="en-IN" dirty="0" err="1"/>
              <a:t>Matplotlib</a:t>
            </a:r>
            <a:r>
              <a:rPr lang="en-IN" dirty="0"/>
              <a:t>, </a:t>
            </a:r>
            <a:r>
              <a:rPr lang="en-IN" dirty="0" err="1"/>
              <a:t>Seaborn</a:t>
            </a:r>
            <a:r>
              <a:rPr lang="en-IN" dirty="0"/>
              <a:t> — visualizations</a:t>
            </a:r>
          </a:p>
          <a:p>
            <a:pPr lvl="1">
              <a:lnSpc>
                <a:spcPct val="150000"/>
              </a:lnSpc>
            </a:pPr>
            <a:r>
              <a:rPr lang="en-IN" dirty="0" err="1"/>
              <a:t>SciPy</a:t>
            </a:r>
            <a:r>
              <a:rPr lang="en-IN" dirty="0"/>
              <a:t> — statistical testing (ANOVA)</a:t>
            </a:r>
          </a:p>
          <a:p>
            <a:pPr lvl="1">
              <a:lnSpc>
                <a:spcPct val="150000"/>
              </a:lnSpc>
            </a:pPr>
            <a:r>
              <a:rPr lang="en-IN" dirty="0"/>
              <a:t>Google </a:t>
            </a:r>
            <a:r>
              <a:rPr lang="en-IN" dirty="0" err="1"/>
              <a:t>Colab</a:t>
            </a:r>
            <a:r>
              <a:rPr lang="en-IN" dirty="0"/>
              <a:t> / VS Code — development environment</a:t>
            </a:r>
          </a:p>
          <a:p>
            <a:pPr lvl="1">
              <a:lnSpc>
                <a:spcPct val="150000"/>
              </a:lnSpc>
            </a:pPr>
            <a:r>
              <a:rPr lang="en-IN" dirty="0"/>
              <a:t>CSV (Seasonal Agriculture dataset) — data source</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82" y="1482055"/>
            <a:ext cx="5985225" cy="1478251"/>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207" y="3002618"/>
            <a:ext cx="6096000" cy="366234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8398" y="1482055"/>
            <a:ext cx="5113234" cy="1937355"/>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8398" y="3538208"/>
            <a:ext cx="5171565" cy="312675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342" y="1275371"/>
            <a:ext cx="5451574" cy="505404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7474" y="1070491"/>
            <a:ext cx="5744377" cy="540142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82" y="3469105"/>
            <a:ext cx="4601217" cy="205768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981" y="1341201"/>
            <a:ext cx="10809473" cy="1990578"/>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2302" y="3557466"/>
            <a:ext cx="6048153" cy="196932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154" y="1122019"/>
            <a:ext cx="7887801" cy="3084666"/>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6200" y="1122019"/>
            <a:ext cx="3854572" cy="3080231"/>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154" y="4219264"/>
            <a:ext cx="3701295" cy="2272314"/>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25079" y="4219264"/>
            <a:ext cx="3933491" cy="2332933"/>
          </a:xfrm>
          <a:prstGeom prst="rect">
            <a:avLst/>
          </a:prstGeom>
        </p:spPr>
      </p:pic>
      <p:pic>
        <p:nvPicPr>
          <p:cNvPr id="14" name="Picture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06200" y="4219264"/>
            <a:ext cx="3931869" cy="227231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393" y="1350272"/>
            <a:ext cx="6589198" cy="118126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7022" y="3197616"/>
            <a:ext cx="5157834" cy="10629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7021" y="1407703"/>
            <a:ext cx="5157834" cy="165758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393" y="2623896"/>
            <a:ext cx="6506483" cy="1657581"/>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393" y="4505039"/>
            <a:ext cx="11824462" cy="174331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10581656" cy="830997"/>
          </a:xfrm>
        </p:spPr>
        <p:txBody>
          <a:bodyPr>
            <a:normAutofit fontScale="90000"/>
          </a:bodyPr>
          <a:lstStyle/>
          <a:p>
            <a:r>
              <a:rPr lang="en-IN" sz="4000" dirty="0"/>
              <a:t>Future scope</a:t>
            </a:r>
            <a:br>
              <a:rPr lang="en-IN" sz="4000" dirty="0"/>
            </a:br>
            <a:r>
              <a:rPr lang="en-GB" sz="4000" dirty="0"/>
              <a:t>FUTURE SCOPE</a:t>
            </a:r>
            <a:br>
              <a:rPr lang="en-GB" sz="4000" dirty="0"/>
            </a:br>
            <a:br>
              <a:rPr lang="en-GB" sz="4000" dirty="0"/>
            </a:br>
            <a:r>
              <a:rPr lang="en-GB" sz="3100" b="0" dirty="0"/>
              <a:t>1. Build a predictive model (e.g. regression) to forecast yield and profit for a given season, crop, and soil condition.</a:t>
            </a:r>
            <a:br>
              <a:rPr lang="en-GB" sz="3100" b="0" dirty="0"/>
            </a:br>
            <a:r>
              <a:rPr lang="en-GB" sz="3100" b="0" dirty="0"/>
              <a:t>2. Extend the dataset to more states and integrate real-time weather/soil data for season-ahead planning.</a:t>
            </a:r>
            <a:br>
              <a:rPr lang="en-GB" sz="3100" b="0" dirty="0"/>
            </a:br>
            <a:r>
              <a:rPr lang="en-GB" sz="3100" b="0" dirty="0"/>
              <a:t>3. Develop an interactive dashboard for farmers and planners to explore insights without needing to run code.</a:t>
            </a:r>
            <a:endParaRPr lang="en-IN" sz="3100" b="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A71A3254-D6CF-5EED-9E4C-CB1803129FDD}"/>
              </a:ext>
            </a:extLst>
          </p:cNvPr>
          <p:cNvSpPr txBox="1"/>
          <p:nvPr/>
        </p:nvSpPr>
        <p:spPr>
          <a:xfrm>
            <a:off x="1295195" y="1941449"/>
            <a:ext cx="7232263" cy="646331"/>
          </a:xfrm>
          <a:prstGeom prst="rect">
            <a:avLst/>
          </a:prstGeom>
          <a:noFill/>
        </p:spPr>
        <p:txBody>
          <a:bodyPr wrap="square">
            <a:spAutoFit/>
          </a:bodyPr>
          <a:lstStyle/>
          <a:p>
            <a:r>
              <a:rPr lang="en-IN" dirty="0"/>
              <a:t>https://github.com/dhanalakshmi18806-ctrl/VOIS_seasonal_agriculture_performance_analysis.git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C93CBD9-4CEB-FE10-7297-001C2F3590CD}"/>
              </a:ext>
            </a:extLst>
          </p:cNvPr>
          <p:cNvPicPr>
            <a:picLocks noChangeAspect="1"/>
          </p:cNvPicPr>
          <p:nvPr/>
        </p:nvPicPr>
        <p:blipFill>
          <a:blip r:embed="rId3"/>
          <a:stretch>
            <a:fillRect/>
          </a:stretch>
        </p:blipFill>
        <p:spPr>
          <a:xfrm>
            <a:off x="449705" y="1508456"/>
            <a:ext cx="11421313" cy="523906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551921" y="2373163"/>
            <a:ext cx="11340000" cy="700114"/>
          </a:xfrm>
          <a:prstGeom prst="rect">
            <a:avLst/>
          </a:prstGeom>
        </p:spPr>
        <p:txBody>
          <a:bodyPr anchor="ctr">
            <a:noAutofit/>
          </a:bodyPr>
          <a:lstStyle/>
          <a:p>
            <a:pPr algn="ctr"/>
            <a:r>
              <a:rPr lang="en-US" sz="8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http://purl.org/dc/terms/"/>
    <ds:schemaRef ds:uri="16c05727-aa75-4e4a-9b5f-8a80a1165891"/>
    <ds:schemaRef ds:uri="http://schemas.microsoft.com/office/infopath/2007/PartnerControls"/>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71af3243-3dd4-4a8d-8c0d-dd76da1f02a5"/>
    <ds:schemaRef ds:uri="http://purl.org/dc/dcmitype/"/>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1456</TotalTime>
  <Words>427</Words>
  <Application>Microsoft Office PowerPoint</Application>
  <PresentationFormat>Widescreen</PresentationFormat>
  <Paragraphs>32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A Python-based data analysis tool that processes a seasonal agriculture dataset (4,000 farm records, 28 attributes across 8 states, 8 crops, 3 seasons) to study seasonal performance trends. It performs data cleaning (missing-value imputation, outlier checks) and feature engineering (cost/profit per hectare, profit margin), generates statistical tests (ANOVA) and 10+ visualizations covering yield, profitability, resource usage, irrigation methods, and correlations between environmental conditions and outcomes.  </vt:lpstr>
      <vt:lpstr>WHO ARE THE END USERS?</vt:lpstr>
      <vt:lpstr>Technology Used</vt:lpstr>
      <vt:lpstr>RESULTS </vt:lpstr>
      <vt:lpstr>RESULTS </vt:lpstr>
      <vt:lpstr>RESULTS </vt:lpstr>
      <vt:lpstr>RESULTS </vt:lpstr>
      <vt:lpstr>RESULTS </vt:lpstr>
      <vt:lpstr>Future scope FUTURE SCOPE  1. Build a predictive model (e.g. regression) to forecast yield and profit for a given season, crop, and soil condition. 2. Extend the dataset to more states and integrate real-time weather/soil data for season-ahead planning. 3. Develop an interactive dashboard for farmers and planners to explore insights without needing to run code.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karupas587@gmail.com</cp:lastModifiedBy>
  <cp:revision>104</cp:revision>
  <dcterms:created xsi:type="dcterms:W3CDTF">2021-07-11T13:13:15Z</dcterms:created>
  <dcterms:modified xsi:type="dcterms:W3CDTF">2026-09-10T12:33:38Z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